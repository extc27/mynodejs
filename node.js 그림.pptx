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Sinjae" initials="KS" lastIdx="1" clrIdx="0">
    <p:extLst>
      <p:ext uri="{19B8F6BF-5375-455C-9EA6-DF929625EA0E}">
        <p15:presenceInfo xmlns:p15="http://schemas.microsoft.com/office/powerpoint/2012/main" userId="127eb216033681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3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34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16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69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2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071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31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23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77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7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72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0BE7F-AAA1-4747-A4B4-F8D49279E91F}" type="datetimeFigureOut">
              <a:rPr lang="ko-KR" altLang="en-US" smtClean="0"/>
              <a:t>2020-05-11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78727-B811-421A-97BA-56078D02A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11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538764" y="437883"/>
            <a:ext cx="3028684" cy="3295672"/>
            <a:chOff x="538764" y="437883"/>
            <a:chExt cx="3028684" cy="3295672"/>
          </a:xfrm>
        </p:grpSpPr>
        <p:grpSp>
          <p:nvGrpSpPr>
            <p:cNvPr id="12" name="그룹 11"/>
            <p:cNvGrpSpPr/>
            <p:nvPr/>
          </p:nvGrpSpPr>
          <p:grpSpPr>
            <a:xfrm>
              <a:off x="538764" y="437883"/>
              <a:ext cx="3028684" cy="2777542"/>
              <a:chOff x="4981975" y="785612"/>
              <a:chExt cx="3028684" cy="2777542"/>
            </a:xfrm>
          </p:grpSpPr>
          <p:sp>
            <p:nvSpPr>
              <p:cNvPr id="8" name="직사각형 7"/>
              <p:cNvSpPr/>
              <p:nvPr/>
            </p:nvSpPr>
            <p:spPr>
              <a:xfrm>
                <a:off x="4981976" y="785612"/>
                <a:ext cx="3028683" cy="7984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/>
                  <a:t>Node.js Core Library</a:t>
                </a: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4981975" y="1775138"/>
                <a:ext cx="3028683" cy="7984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/>
                  <a:t>Node.js Bindings</a:t>
                </a: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4981975" y="2764664"/>
                <a:ext cx="1431704" cy="7984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/>
                  <a:t>V8</a:t>
                </a:r>
              </a:p>
              <a:p>
                <a:pPr algn="ctr"/>
                <a:r>
                  <a:rPr lang="en-US" altLang="ko-KR" sz="1200" dirty="0" smtClean="0"/>
                  <a:t>(</a:t>
                </a:r>
                <a:r>
                  <a:rPr lang="ko-KR" altLang="en-US" sz="1200" dirty="0" err="1" smtClean="0"/>
                  <a:t>오픈소스</a:t>
                </a:r>
                <a:r>
                  <a:rPr lang="ko-KR" altLang="en-US" sz="1200" dirty="0" smtClean="0"/>
                  <a:t> </a:t>
                </a:r>
                <a:r>
                  <a:rPr lang="en-US" altLang="ko-KR" sz="1200" dirty="0" smtClean="0"/>
                  <a:t>JS </a:t>
                </a:r>
                <a:r>
                  <a:rPr lang="ko-KR" altLang="en-US" sz="1200" dirty="0" smtClean="0"/>
                  <a:t>엔진</a:t>
                </a:r>
                <a:r>
                  <a:rPr lang="en-US" altLang="ko-KR" sz="1200" dirty="0" smtClean="0"/>
                  <a:t>)</a:t>
                </a: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6568225" y="2764664"/>
                <a:ext cx="1442433" cy="7984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 smtClean="0"/>
                  <a:t>libuv</a:t>
                </a:r>
                <a:endParaRPr lang="en-US" altLang="ko-KR" dirty="0" smtClean="0"/>
              </a:p>
              <a:p>
                <a:pPr algn="ctr"/>
                <a:r>
                  <a:rPr lang="en-US" altLang="ko-KR" sz="1200" dirty="0" smtClean="0"/>
                  <a:t>(</a:t>
                </a:r>
                <a:r>
                  <a:rPr lang="ko-KR" altLang="en-US" sz="1200" dirty="0" err="1" smtClean="0"/>
                  <a:t>비동기</a:t>
                </a:r>
                <a:r>
                  <a:rPr lang="ko-KR" altLang="en-US" sz="1200" dirty="0" smtClean="0"/>
                  <a:t> </a:t>
                </a:r>
                <a:r>
                  <a:rPr lang="en-US" altLang="ko-KR" sz="1200" dirty="0" smtClean="0"/>
                  <a:t>I/O)</a:t>
                </a:r>
                <a:endParaRPr lang="en-US" altLang="ko-KR" dirty="0" smtClean="0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1266897" y="3425778"/>
              <a:ext cx="15664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err="1" smtClean="0"/>
                <a:t>노드의</a:t>
              </a:r>
              <a:r>
                <a:rPr lang="ko-KR" altLang="en-US" sz="1400" b="1" dirty="0" smtClean="0"/>
                <a:t> 내부 구조</a:t>
              </a:r>
              <a:endParaRPr lang="en-US" altLang="ko-KR" sz="1400" b="1" dirty="0" smtClean="0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604197" y="539424"/>
            <a:ext cx="6973909" cy="2128819"/>
            <a:chOff x="4526923" y="1672765"/>
            <a:chExt cx="6973909" cy="2128819"/>
          </a:xfrm>
        </p:grpSpPr>
        <p:sp>
          <p:nvSpPr>
            <p:cNvPr id="15" name="직사각형 14"/>
            <p:cNvSpPr/>
            <p:nvPr/>
          </p:nvSpPr>
          <p:spPr>
            <a:xfrm>
              <a:off x="4526923" y="2056326"/>
              <a:ext cx="1584101" cy="13545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시스템</a:t>
              </a:r>
              <a:endParaRPr lang="ko-KR" altLang="en-US" b="1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293994" y="2056326"/>
              <a:ext cx="3206838" cy="13545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이벤트 </a:t>
              </a:r>
              <a:r>
                <a:rPr lang="ko-KR" altLang="en-US" b="1" dirty="0" err="1" smtClean="0"/>
                <a:t>리스너</a:t>
              </a:r>
              <a:endParaRPr lang="en-US" altLang="ko-KR" b="1" dirty="0" smtClean="0"/>
            </a:p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r>
                <a:rPr lang="en-US" altLang="ko-KR" sz="1400" dirty="0" smtClean="0"/>
                <a:t>1. </a:t>
              </a:r>
              <a:r>
                <a:rPr lang="ko-KR" altLang="en-US" sz="1400" dirty="0" smtClean="0"/>
                <a:t>이벤트 </a:t>
              </a:r>
              <a:r>
                <a:rPr lang="ko-KR" altLang="en-US" sz="1400" dirty="0" err="1" smtClean="0"/>
                <a:t>리스너에</a:t>
              </a:r>
              <a:r>
                <a:rPr lang="ko-KR" altLang="en-US" sz="1400" dirty="0" smtClean="0"/>
                <a:t> </a:t>
              </a:r>
              <a:r>
                <a:rPr lang="ko-KR" altLang="en-US" sz="1400" dirty="0" err="1" smtClean="0"/>
                <a:t>콜백</a:t>
              </a:r>
              <a:r>
                <a:rPr lang="ko-KR" altLang="en-US" sz="1400" dirty="0" smtClean="0"/>
                <a:t> 함수 등록</a:t>
              </a:r>
              <a:endParaRPr lang="ko-KR" altLang="en-US" sz="1400" dirty="0"/>
            </a:p>
          </p:txBody>
        </p:sp>
        <p:sp>
          <p:nvSpPr>
            <p:cNvPr id="17" name="오른쪽 화살표 16"/>
            <p:cNvSpPr/>
            <p:nvPr/>
          </p:nvSpPr>
          <p:spPr>
            <a:xfrm>
              <a:off x="6542468" y="2021983"/>
              <a:ext cx="1197735" cy="2039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오른쪽 화살표 18"/>
            <p:cNvSpPr/>
            <p:nvPr/>
          </p:nvSpPr>
          <p:spPr>
            <a:xfrm>
              <a:off x="6542468" y="3215201"/>
              <a:ext cx="1197735" cy="203916"/>
            </a:xfrm>
            <a:prstGeom prst="rightArrow">
              <a:avLst/>
            </a:prstGeom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118" y="1672765"/>
              <a:ext cx="18545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2. </a:t>
              </a:r>
              <a:r>
                <a:rPr lang="ko-KR" altLang="en-US" sz="1400" dirty="0" smtClean="0"/>
                <a:t>이벤트 발생</a:t>
              </a:r>
              <a:endParaRPr lang="en-US" altLang="ko-KR" sz="1400" dirty="0" smtClean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11024" y="3493807"/>
              <a:ext cx="22795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3. </a:t>
              </a:r>
              <a:r>
                <a:rPr lang="ko-KR" altLang="en-US" sz="1400" dirty="0" smtClean="0"/>
                <a:t>등록된 </a:t>
              </a:r>
              <a:r>
                <a:rPr lang="ko-KR" altLang="en-US" sz="1400" dirty="0" err="1" smtClean="0"/>
                <a:t>콜백</a:t>
              </a:r>
              <a:r>
                <a:rPr lang="ko-KR" altLang="en-US" sz="1400" dirty="0" smtClean="0"/>
                <a:t> 함수 호출</a:t>
              </a:r>
              <a:endParaRPr lang="en-US" altLang="ko-KR" sz="1400" dirty="0" smtClean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4457629" y="3553684"/>
            <a:ext cx="4079525" cy="3131322"/>
            <a:chOff x="4457629" y="3553684"/>
            <a:chExt cx="4079525" cy="3131322"/>
          </a:xfrm>
        </p:grpSpPr>
        <p:grpSp>
          <p:nvGrpSpPr>
            <p:cNvPr id="32" name="그룹 31"/>
            <p:cNvGrpSpPr/>
            <p:nvPr/>
          </p:nvGrpSpPr>
          <p:grpSpPr>
            <a:xfrm>
              <a:off x="4457629" y="3553684"/>
              <a:ext cx="4079525" cy="2768958"/>
              <a:chOff x="4457629" y="3553684"/>
              <a:chExt cx="4079525" cy="2768958"/>
            </a:xfrm>
          </p:grpSpPr>
          <p:sp>
            <p:nvSpPr>
              <p:cNvPr id="23" name="직사각형 22"/>
              <p:cNvSpPr/>
              <p:nvPr/>
            </p:nvSpPr>
            <p:spPr>
              <a:xfrm>
                <a:off x="5151549" y="3553684"/>
                <a:ext cx="2691685" cy="27689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5467081" y="3733555"/>
                <a:ext cx="2060620" cy="39990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</a:t>
                </a:r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hird()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5467081" y="4392525"/>
                <a:ext cx="2060620" cy="39990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</a:t>
                </a:r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econd()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5467081" y="5051495"/>
                <a:ext cx="2060620" cy="39990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first()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5467081" y="5714362"/>
                <a:ext cx="2060620" cy="39990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main()</a:t>
                </a:r>
                <a:endPara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8" name="아래쪽 화살표 27"/>
              <p:cNvSpPr/>
              <p:nvPr/>
            </p:nvSpPr>
            <p:spPr>
              <a:xfrm>
                <a:off x="8097592" y="3947758"/>
                <a:ext cx="225381" cy="1980807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아래쪽 화살표 28"/>
              <p:cNvSpPr/>
              <p:nvPr/>
            </p:nvSpPr>
            <p:spPr>
              <a:xfrm>
                <a:off x="4671810" y="3947759"/>
                <a:ext cx="225381" cy="1980807"/>
              </a:xfrm>
              <a:prstGeom prst="downArrow">
                <a:avLst/>
              </a:prstGeom>
              <a:scene3d>
                <a:camera prst="orthographicFront">
                  <a:rot lat="0" lon="0" rev="10800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457629" y="4753495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 err="1" smtClean="0"/>
                  <a:t>스택</a:t>
                </a:r>
                <a:endParaRPr lang="ko-KR" altLang="en-US" sz="1400" b="1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890823" y="4682163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 smtClean="0"/>
                  <a:t>실행</a:t>
                </a:r>
                <a:endParaRPr lang="ko-KR" altLang="en-US" sz="1400" b="1" dirty="0"/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6014726" y="6377229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/>
                <a:t>호출 </a:t>
              </a:r>
              <a:r>
                <a:rPr lang="ko-KR" altLang="en-US" sz="1400" b="1" dirty="0" err="1" smtClean="0"/>
                <a:t>스택</a:t>
              </a:r>
              <a:endParaRPr lang="en-US" altLang="ko-KR" sz="1400" b="1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93683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545910" y="450376"/>
            <a:ext cx="6509983" cy="3603009"/>
            <a:chOff x="545910" y="450376"/>
            <a:chExt cx="6509983" cy="3603009"/>
          </a:xfrm>
        </p:grpSpPr>
        <p:sp>
          <p:nvSpPr>
            <p:cNvPr id="4" name="직사각형 3"/>
            <p:cNvSpPr/>
            <p:nvPr/>
          </p:nvSpPr>
          <p:spPr>
            <a:xfrm>
              <a:off x="545910" y="450376"/>
              <a:ext cx="6509983" cy="36030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운영체제</a:t>
              </a:r>
              <a:endParaRPr lang="en-US" altLang="ko-KR" b="1" dirty="0" smtClean="0"/>
            </a:p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 smtClean="0"/>
            </a:p>
            <a:p>
              <a:pPr algn="ctr"/>
              <a:endParaRPr lang="en-US" altLang="ko-KR" dirty="0"/>
            </a:p>
            <a:p>
              <a:pPr algn="ctr"/>
              <a:endParaRPr lang="en-US" altLang="ko-KR" dirty="0" smtClean="0"/>
            </a:p>
            <a:p>
              <a:pPr algn="ctr"/>
              <a:endParaRPr lang="ko-KR" altLang="en-US" dirty="0"/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890515" y="1187351"/>
              <a:ext cx="1705970" cy="2565779"/>
              <a:chOff x="928048" y="1187355"/>
              <a:chExt cx="1705970" cy="2565779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928048" y="1187355"/>
                <a:ext cx="1705970" cy="256577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 smtClean="0"/>
              </a:p>
              <a:p>
                <a:pPr algn="ctr"/>
                <a:r>
                  <a:rPr lang="ko-KR" altLang="en-US" b="1" dirty="0" smtClean="0"/>
                  <a:t>프로세스</a:t>
                </a:r>
                <a:endParaRPr lang="en-US" altLang="ko-KR" b="1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ko-KR" altLang="en-US" dirty="0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1194179" y="18833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1194179" y="249754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1194179" y="31116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2947916" y="1187350"/>
              <a:ext cx="1705970" cy="2565779"/>
              <a:chOff x="928048" y="1187355"/>
              <a:chExt cx="1705970" cy="2565779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928048" y="1187355"/>
                <a:ext cx="1705970" cy="256577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 smtClean="0"/>
              </a:p>
              <a:p>
                <a:pPr algn="ctr"/>
                <a:r>
                  <a:rPr lang="ko-KR" altLang="en-US" b="1" dirty="0" smtClean="0"/>
                  <a:t>프로세스</a:t>
                </a:r>
                <a:endParaRPr lang="en-US" altLang="ko-KR" b="1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ko-KR" altLang="en-US" dirty="0"/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1194179" y="18833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1194179" y="249754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1194179" y="31116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5005317" y="1187349"/>
              <a:ext cx="1705970" cy="2565779"/>
              <a:chOff x="928048" y="1187355"/>
              <a:chExt cx="1705970" cy="2565779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928048" y="1187355"/>
                <a:ext cx="1705970" cy="256577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 smtClean="0"/>
              </a:p>
              <a:p>
                <a:pPr algn="ctr"/>
                <a:r>
                  <a:rPr lang="ko-KR" altLang="en-US" b="1" dirty="0" smtClean="0"/>
                  <a:t>프로세스</a:t>
                </a:r>
                <a:endParaRPr lang="en-US" altLang="ko-KR" b="1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en-US" altLang="ko-KR" dirty="0"/>
              </a:p>
              <a:p>
                <a:pPr algn="ctr"/>
                <a:endParaRPr lang="en-US" altLang="ko-KR" dirty="0" smtClean="0"/>
              </a:p>
              <a:p>
                <a:pPr algn="ctr"/>
                <a:endParaRPr lang="ko-KR" altLang="en-US" dirty="0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1194179" y="18833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1194179" y="249754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1194179" y="3111690"/>
                <a:ext cx="1173708" cy="409433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 err="1" smtClean="0"/>
                  <a:t>스레드</a:t>
                </a:r>
                <a:endParaRPr lang="ko-KR" altLang="en-US" sz="1600" b="1" dirty="0"/>
              </a:p>
            </p:txBody>
          </p:sp>
        </p:grpSp>
      </p:grpSp>
      <p:grpSp>
        <p:nvGrpSpPr>
          <p:cNvPr id="32" name="그룹 31"/>
          <p:cNvGrpSpPr/>
          <p:nvPr/>
        </p:nvGrpSpPr>
        <p:grpSpPr>
          <a:xfrm>
            <a:off x="1661375" y="5059249"/>
            <a:ext cx="8665751" cy="1433702"/>
            <a:chOff x="1661375" y="5059249"/>
            <a:chExt cx="8665751" cy="1433702"/>
          </a:xfrm>
        </p:grpSpPr>
        <p:sp>
          <p:nvSpPr>
            <p:cNvPr id="2" name="직사각형 1"/>
            <p:cNvSpPr/>
            <p:nvPr/>
          </p:nvSpPr>
          <p:spPr>
            <a:xfrm>
              <a:off x="1661375" y="5061397"/>
              <a:ext cx="1854557" cy="785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비밀번호</a:t>
              </a:r>
              <a:endParaRPr lang="ko-KR" altLang="en-US" b="1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066972" y="5059249"/>
              <a:ext cx="1854557" cy="78561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해시 함수</a:t>
              </a:r>
              <a:endParaRPr lang="ko-KR" altLang="en-US" b="1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472569" y="5059249"/>
              <a:ext cx="1854557" cy="785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다이제스트</a:t>
              </a:r>
              <a:endParaRPr lang="ko-KR" altLang="en-US" b="1" dirty="0"/>
            </a:p>
          </p:txBody>
        </p:sp>
        <p:cxnSp>
          <p:nvCxnSpPr>
            <p:cNvPr id="25" name="직선 화살표 연결선 24"/>
            <p:cNvCxnSpPr/>
            <p:nvPr/>
          </p:nvCxnSpPr>
          <p:spPr>
            <a:xfrm>
              <a:off x="3670479" y="5228823"/>
              <a:ext cx="1197735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/>
            <p:nvPr/>
          </p:nvCxnSpPr>
          <p:spPr>
            <a:xfrm>
              <a:off x="7107409" y="5215945"/>
              <a:ext cx="1197735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>
              <a:off x="3618962" y="5727378"/>
              <a:ext cx="1197735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/>
            <p:nvPr/>
          </p:nvCxnSpPr>
          <p:spPr>
            <a:xfrm>
              <a:off x="7042599" y="5740926"/>
              <a:ext cx="1197735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곱셈 기호 29"/>
            <p:cNvSpPr/>
            <p:nvPr/>
          </p:nvSpPr>
          <p:spPr>
            <a:xfrm>
              <a:off x="4050441" y="5486367"/>
              <a:ext cx="482021" cy="48202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51061" y="6185174"/>
              <a:ext cx="21048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해시</a:t>
              </a:r>
              <a:r>
                <a:rPr lang="en-US" altLang="ko-KR" sz="1400" b="1" dirty="0"/>
                <a:t> </a:t>
              </a:r>
              <a:r>
                <a:rPr lang="ko-KR" altLang="en-US" sz="1400" b="1" dirty="0" smtClean="0"/>
                <a:t>함수</a:t>
              </a:r>
              <a:endParaRPr lang="en-US" altLang="ko-KR" sz="1400" b="1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290699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/>
          <p:cNvGrpSpPr/>
          <p:nvPr/>
        </p:nvGrpSpPr>
        <p:grpSpPr>
          <a:xfrm>
            <a:off x="373487" y="334849"/>
            <a:ext cx="8500056" cy="1725769"/>
            <a:chOff x="1571223" y="978793"/>
            <a:chExt cx="8500056" cy="1725769"/>
          </a:xfrm>
        </p:grpSpPr>
        <p:sp>
          <p:nvSpPr>
            <p:cNvPr id="4" name="직사각형 3"/>
            <p:cNvSpPr/>
            <p:nvPr/>
          </p:nvSpPr>
          <p:spPr>
            <a:xfrm>
              <a:off x="1571223" y="978793"/>
              <a:ext cx="8500056" cy="172576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315200" y="1287887"/>
              <a:ext cx="2189408" cy="118485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원본 데이터</a:t>
              </a:r>
              <a:endParaRPr lang="ko-KR" altLang="en-US" b="1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288665" y="1519707"/>
              <a:ext cx="2009104" cy="7212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/>
            <p:cNvCxnSpPr>
              <a:stCxn id="5" idx="1"/>
            </p:cNvCxnSpPr>
            <p:nvPr/>
          </p:nvCxnSpPr>
          <p:spPr>
            <a:xfrm flipH="1" flipV="1">
              <a:off x="6297769" y="1880314"/>
              <a:ext cx="1017431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/>
            <p:cNvSpPr/>
            <p:nvPr/>
          </p:nvSpPr>
          <p:spPr>
            <a:xfrm>
              <a:off x="6748529" y="1622737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90941" y="1146219"/>
              <a:ext cx="1004552" cy="373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smtClean="0"/>
                <a:t>버퍼</a:t>
              </a:r>
              <a:endParaRPr lang="ko-KR" altLang="en-US" b="1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597759" y="1622735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4816700" y="1622734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378818" y="1622736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035641" y="1616299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254582" y="1622734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473522" y="1622734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직선 화살표 연결선 28"/>
            <p:cNvCxnSpPr/>
            <p:nvPr/>
          </p:nvCxnSpPr>
          <p:spPr>
            <a:xfrm flipH="1" flipV="1">
              <a:off x="3245478" y="1880311"/>
              <a:ext cx="1043189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700013" y="1704599"/>
              <a:ext cx="15712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데이터 전송됨</a:t>
              </a:r>
              <a:endParaRPr lang="ko-KR" altLang="en-US" sz="1600" dirty="0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450757" y="2498498"/>
            <a:ext cx="8500059" cy="2318198"/>
            <a:chOff x="450757" y="2498498"/>
            <a:chExt cx="8500059" cy="2318198"/>
          </a:xfrm>
        </p:grpSpPr>
        <p:sp>
          <p:nvSpPr>
            <p:cNvPr id="35" name="직사각형 34"/>
            <p:cNvSpPr/>
            <p:nvPr/>
          </p:nvSpPr>
          <p:spPr>
            <a:xfrm>
              <a:off x="450760" y="2498498"/>
              <a:ext cx="8500056" cy="23181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546241" y="3103806"/>
              <a:ext cx="2009104" cy="72121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화살표 연결선 37"/>
            <p:cNvCxnSpPr/>
            <p:nvPr/>
          </p:nvCxnSpPr>
          <p:spPr>
            <a:xfrm flipH="1">
              <a:off x="6555346" y="3464413"/>
              <a:ext cx="21765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/>
            <p:cNvSpPr/>
            <p:nvPr/>
          </p:nvSpPr>
          <p:spPr>
            <a:xfrm>
              <a:off x="7031863" y="3206836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48517" y="2730318"/>
              <a:ext cx="1004552" cy="373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smtClean="0"/>
                <a:t>버퍼</a:t>
              </a:r>
              <a:endParaRPr lang="ko-KR" altLang="en-US" b="1" dirty="0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855335" y="3206834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074276" y="3206833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636394" y="3206835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293217" y="3200398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512158" y="3206833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731098" y="3206833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화살표 연결선 46"/>
            <p:cNvCxnSpPr/>
            <p:nvPr/>
          </p:nvCxnSpPr>
          <p:spPr>
            <a:xfrm flipH="1" flipV="1">
              <a:off x="3503054" y="3464410"/>
              <a:ext cx="1043189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819139" y="2792859"/>
              <a:ext cx="18867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 smtClean="0"/>
                <a:t>데이터 계속 전달</a:t>
              </a:r>
              <a:endParaRPr lang="ko-KR" altLang="en-US" sz="16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11391" y="4185627"/>
              <a:ext cx="1068946" cy="373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err="1" smtClean="0"/>
                <a:t>스트림</a:t>
              </a:r>
              <a:endParaRPr lang="ko-KR" altLang="en-US" b="1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7469745" y="3200389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7688686" y="3200388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7250804" y="3200390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7907627" y="3193953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126568" y="3200388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8345508" y="3200388"/>
              <a:ext cx="128788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2073498" y="3206832"/>
              <a:ext cx="1378036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450757" y="3206832"/>
              <a:ext cx="528034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화살표 연결선 60"/>
            <p:cNvCxnSpPr>
              <a:stCxn id="59" idx="1"/>
              <a:endCxn id="60" idx="3"/>
            </p:cNvCxnSpPr>
            <p:nvPr/>
          </p:nvCxnSpPr>
          <p:spPr>
            <a:xfrm flipH="1">
              <a:off x="978791" y="3464410"/>
              <a:ext cx="109470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586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1017431" y="566670"/>
            <a:ext cx="7248659" cy="4301544"/>
            <a:chOff x="1017431" y="566670"/>
            <a:chExt cx="7248659" cy="4301544"/>
          </a:xfrm>
        </p:grpSpPr>
        <p:sp>
          <p:nvSpPr>
            <p:cNvPr id="4" name="직사각형 3"/>
            <p:cNvSpPr/>
            <p:nvPr/>
          </p:nvSpPr>
          <p:spPr>
            <a:xfrm>
              <a:off x="1017431" y="940158"/>
              <a:ext cx="2047741" cy="3928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웹 브라우저</a:t>
              </a:r>
              <a:endParaRPr lang="en-US" altLang="ko-KR" b="1" dirty="0" smtClean="0"/>
            </a:p>
            <a:p>
              <a:pPr algn="ctr"/>
              <a:r>
                <a:rPr lang="en-US" altLang="ko-KR" b="1" dirty="0" smtClean="0"/>
                <a:t>(</a:t>
              </a:r>
              <a:r>
                <a:rPr lang="ko-KR" altLang="en-US" b="1" dirty="0" smtClean="0"/>
                <a:t>클라이언트</a:t>
              </a:r>
              <a:r>
                <a:rPr lang="en-US" altLang="ko-KR" b="1" dirty="0" smtClean="0"/>
                <a:t>)</a:t>
              </a:r>
              <a:endParaRPr lang="ko-KR" altLang="en-US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218349" y="940158"/>
              <a:ext cx="2047741" cy="3928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353576" y="3348507"/>
              <a:ext cx="1777285" cy="135228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 smtClean="0">
                  <a:solidFill>
                    <a:schemeClr val="tx1"/>
                  </a:solidFill>
                </a:rPr>
                <a:t>(</a:t>
              </a:r>
              <a:r>
                <a:rPr lang="en-US" altLang="ko-KR" dirty="0" err="1" smtClean="0">
                  <a:solidFill>
                    <a:schemeClr val="tx1"/>
                  </a:solidFill>
                </a:rPr>
                <a:t>req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, res) =&gt; {</a:t>
              </a:r>
            </a:p>
            <a:p>
              <a:r>
                <a:rPr lang="en-US" altLang="ko-KR" dirty="0" smtClean="0">
                  <a:solidFill>
                    <a:schemeClr val="tx1"/>
                  </a:solidFill>
                </a:rPr>
                <a:t>…</a:t>
              </a:r>
            </a:p>
            <a:p>
              <a:r>
                <a:rPr lang="en-US" altLang="ko-KR" dirty="0" err="1" smtClean="0">
                  <a:solidFill>
                    <a:schemeClr val="tx1"/>
                  </a:solidFill>
                </a:rPr>
                <a:t>res.end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(…)</a:t>
              </a:r>
            </a:p>
            <a:p>
              <a:r>
                <a:rPr lang="en-US" altLang="ko-KR" dirty="0" smtClean="0">
                  <a:solidFill>
                    <a:schemeClr val="tx1"/>
                  </a:solidFill>
                </a:rPr>
                <a:t>}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3065172" y="4024648"/>
              <a:ext cx="3288404" cy="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386208" y="365531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응답</a:t>
              </a:r>
              <a:endParaRPr lang="ko-KR" alt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3576" y="2121311"/>
              <a:ext cx="16742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 smtClean="0"/>
                <a:t>등록한 </a:t>
              </a:r>
              <a:r>
                <a:rPr lang="ko-KR" altLang="en-US" sz="1600" b="1" dirty="0" err="1" smtClean="0"/>
                <a:t>콜백</a:t>
              </a:r>
              <a:endParaRPr lang="ko-KR" altLang="en-US" sz="1600" b="1" dirty="0"/>
            </a:p>
          </p:txBody>
        </p:sp>
        <p:cxnSp>
          <p:nvCxnSpPr>
            <p:cNvPr id="14" name="직선 연결선 13"/>
            <p:cNvCxnSpPr/>
            <p:nvPr/>
          </p:nvCxnSpPr>
          <p:spPr>
            <a:xfrm>
              <a:off x="3065172" y="1700011"/>
              <a:ext cx="35416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6606862" y="1700011"/>
              <a:ext cx="0" cy="16484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273382" y="13306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/>
                <a:t>요청</a:t>
              </a:r>
              <a:endParaRPr lang="ko-KR" altLang="en-US" b="1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4386208" y="1068946"/>
              <a:ext cx="1628226" cy="44639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/>
                <a:t>포트</a:t>
              </a:r>
              <a:r>
                <a:rPr lang="en-US" altLang="ko-KR" b="1" dirty="0" smtClean="0"/>
                <a:t>: 8080</a:t>
              </a:r>
              <a:endParaRPr lang="ko-KR" altLang="en-US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06862" y="566670"/>
              <a:ext cx="14209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/>
                <a:t>Node.js </a:t>
              </a:r>
              <a:r>
                <a:rPr lang="ko-KR" altLang="en-US" sz="1400" b="1" dirty="0" smtClean="0"/>
                <a:t>서버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005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837126" y="387040"/>
            <a:ext cx="6697015" cy="5511410"/>
            <a:chOff x="837126" y="309767"/>
            <a:chExt cx="6697015" cy="551141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127" y="309767"/>
              <a:ext cx="2741857" cy="551141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7127" y="1468191"/>
              <a:ext cx="2741857" cy="39924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837126" y="4524809"/>
              <a:ext cx="2741857" cy="39924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42456" y="2975020"/>
              <a:ext cx="269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요기 두 친구</a:t>
              </a:r>
              <a:endParaRPr lang="ko-KR" altLang="en-US" dirty="0"/>
            </a:p>
          </p:txBody>
        </p:sp>
        <p:cxnSp>
          <p:nvCxnSpPr>
            <p:cNvPr id="9" name="직선 화살표 연결선 8"/>
            <p:cNvCxnSpPr>
              <a:stCxn id="7" idx="1"/>
              <a:endCxn id="6" idx="3"/>
            </p:cNvCxnSpPr>
            <p:nvPr/>
          </p:nvCxnSpPr>
          <p:spPr>
            <a:xfrm flipH="1">
              <a:off x="3578983" y="3159686"/>
              <a:ext cx="1263473" cy="156474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/>
            <p:cNvCxnSpPr>
              <a:stCxn id="7" idx="1"/>
              <a:endCxn id="5" idx="3"/>
            </p:cNvCxnSpPr>
            <p:nvPr/>
          </p:nvCxnSpPr>
          <p:spPr>
            <a:xfrm flipH="1" flipV="1">
              <a:off x="3578984" y="1667814"/>
              <a:ext cx="1263472" cy="149187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382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1043188" y="646648"/>
            <a:ext cx="8718998" cy="4976173"/>
            <a:chOff x="1043188" y="646648"/>
            <a:chExt cx="8718998" cy="4976173"/>
          </a:xfrm>
        </p:grpSpPr>
        <p:sp>
          <p:nvSpPr>
            <p:cNvPr id="10" name="타원 9"/>
            <p:cNvSpPr/>
            <p:nvPr/>
          </p:nvSpPr>
          <p:spPr>
            <a:xfrm>
              <a:off x="1043188" y="2665927"/>
              <a:ext cx="4056845" cy="136516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componentDidUpdate</a:t>
              </a:r>
              <a:r>
                <a:rPr lang="en-US" altLang="ko-KR" dirty="0" smtClean="0"/>
                <a:t>()</a:t>
              </a:r>
              <a:endParaRPr lang="ko-KR" altLang="en-US" dirty="0"/>
            </a:p>
          </p:txBody>
        </p:sp>
        <p:sp>
          <p:nvSpPr>
            <p:cNvPr id="11" name="타원 10"/>
            <p:cNvSpPr/>
            <p:nvPr/>
          </p:nvSpPr>
          <p:spPr>
            <a:xfrm>
              <a:off x="6606862" y="2762518"/>
              <a:ext cx="3155324" cy="117197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/>
                <a:t>setState</a:t>
              </a:r>
              <a:r>
                <a:rPr lang="en-US" altLang="ko-KR" dirty="0" smtClean="0"/>
                <a:t>()</a:t>
              </a:r>
              <a:endParaRPr lang="ko-KR" alt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979571" y="4976490"/>
              <a:ext cx="54477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 smtClean="0"/>
                <a:t>componentDidUpdate</a:t>
              </a:r>
              <a:r>
                <a:rPr lang="en-US" altLang="ko-KR" dirty="0" smtClean="0"/>
                <a:t>()</a:t>
              </a:r>
              <a:r>
                <a:rPr lang="ko-KR" altLang="en-US" dirty="0" smtClean="0"/>
                <a:t> 안에서 </a:t>
              </a:r>
              <a:endParaRPr lang="en-US" altLang="ko-KR" dirty="0" smtClean="0"/>
            </a:p>
            <a:p>
              <a:r>
                <a:rPr lang="en-US" altLang="ko-KR" dirty="0" err="1" smtClean="0"/>
                <a:t>setState</a:t>
              </a:r>
              <a:r>
                <a:rPr lang="en-US" altLang="ko-KR" dirty="0" smtClean="0"/>
                <a:t>() </a:t>
              </a:r>
              <a:r>
                <a:rPr lang="ko-KR" altLang="en-US" dirty="0" smtClean="0"/>
                <a:t>를 만남</a:t>
              </a:r>
              <a:endParaRPr lang="ko-KR" altLang="en-US" dirty="0"/>
            </a:p>
          </p:txBody>
        </p:sp>
        <p:cxnSp>
          <p:nvCxnSpPr>
            <p:cNvPr id="16" name="구부러진 연결선 15"/>
            <p:cNvCxnSpPr>
              <a:stCxn id="11" idx="0"/>
              <a:endCxn id="10" idx="0"/>
            </p:cNvCxnSpPr>
            <p:nvPr/>
          </p:nvCxnSpPr>
          <p:spPr>
            <a:xfrm rot="16200000" flipV="1">
              <a:off x="5579773" y="157766"/>
              <a:ext cx="96591" cy="5112913"/>
            </a:xfrm>
            <a:prstGeom prst="curvedConnector3">
              <a:avLst>
                <a:gd name="adj1" fmla="val 120334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구부러진 연결선 19"/>
            <p:cNvCxnSpPr>
              <a:stCxn id="10" idx="4"/>
              <a:endCxn id="11" idx="4"/>
            </p:cNvCxnSpPr>
            <p:nvPr/>
          </p:nvCxnSpPr>
          <p:spPr>
            <a:xfrm rot="5400000" flipH="1" flipV="1">
              <a:off x="5579771" y="1426335"/>
              <a:ext cx="96592" cy="5112913"/>
            </a:xfrm>
            <a:prstGeom prst="curvedConnector3">
              <a:avLst>
                <a:gd name="adj1" fmla="val -956664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561007" y="646648"/>
              <a:ext cx="46235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state</a:t>
              </a:r>
              <a:r>
                <a:rPr lang="ko-KR" altLang="en-US" dirty="0" smtClean="0"/>
                <a:t>가 변경되니 </a:t>
              </a:r>
              <a:endParaRPr lang="en-US" altLang="ko-KR" dirty="0" smtClean="0"/>
            </a:p>
            <a:p>
              <a:r>
                <a:rPr lang="ko-KR" altLang="en-US" dirty="0" smtClean="0"/>
                <a:t>다시 </a:t>
              </a:r>
              <a:r>
                <a:rPr lang="en-US" altLang="ko-KR" dirty="0" smtClean="0"/>
                <a:t>update</a:t>
              </a:r>
              <a:r>
                <a:rPr lang="ko-KR" altLang="en-US" dirty="0" smtClean="0"/>
                <a:t>가 시작되고 </a:t>
              </a:r>
              <a:endParaRPr lang="en-US" altLang="ko-KR" dirty="0" smtClean="0"/>
            </a:p>
            <a:p>
              <a:r>
                <a:rPr lang="en-US" altLang="ko-KR" dirty="0" err="1" smtClean="0"/>
                <a:t>componenetDidUpdate</a:t>
              </a:r>
              <a:r>
                <a:rPr lang="en-US" altLang="ko-KR" dirty="0" smtClean="0"/>
                <a:t>()</a:t>
              </a:r>
              <a:r>
                <a:rPr lang="ko-KR" altLang="en-US" dirty="0" smtClean="0"/>
                <a:t>가 또 실행 됨</a:t>
              </a:r>
              <a:endParaRPr lang="ko-KR" alt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02360" y="2481261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무한루프 발생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599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0" y="-1"/>
            <a:ext cx="10971874" cy="5615189"/>
            <a:chOff x="0" y="-1"/>
            <a:chExt cx="10971874" cy="5615189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8121140" cy="5615189"/>
            </a:xfrm>
            <a:prstGeom prst="rect">
              <a:avLst/>
            </a:prstGeom>
          </p:spPr>
        </p:pic>
        <p:grpSp>
          <p:nvGrpSpPr>
            <p:cNvPr id="15" name="그룹 14"/>
            <p:cNvGrpSpPr/>
            <p:nvPr/>
          </p:nvGrpSpPr>
          <p:grpSpPr>
            <a:xfrm>
              <a:off x="5048518" y="2209452"/>
              <a:ext cx="5923356" cy="3199673"/>
              <a:chOff x="5048518" y="2209452"/>
              <a:chExt cx="5923356" cy="3199673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5048518" y="2642245"/>
                <a:ext cx="5923356" cy="2766880"/>
                <a:chOff x="5048518" y="2642245"/>
                <a:chExt cx="5923356" cy="2766880"/>
              </a:xfrm>
            </p:grpSpPr>
            <p:sp>
              <p:nvSpPr>
                <p:cNvPr id="7" name="직사각형 6"/>
                <p:cNvSpPr/>
                <p:nvPr/>
              </p:nvSpPr>
              <p:spPr>
                <a:xfrm>
                  <a:off x="5048518" y="4622058"/>
                  <a:ext cx="1867438" cy="787067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6915955" y="2642245"/>
                  <a:ext cx="40559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smtClean="0"/>
                    <a:t>생성은 </a:t>
                  </a:r>
                  <a:r>
                    <a:rPr lang="ko-KR" altLang="en-US" b="1" dirty="0" smtClean="0">
                      <a:solidFill>
                        <a:srgbClr val="00B050"/>
                      </a:solidFill>
                    </a:rPr>
                    <a:t>상위 컴포넌트</a:t>
                  </a:r>
                  <a:r>
                    <a:rPr lang="ko-KR" altLang="en-US" dirty="0" smtClean="0"/>
                    <a:t>가 먼저 시작됨</a:t>
                  </a:r>
                  <a:endParaRPr lang="ko-KR" altLang="en-US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6915955" y="4692425"/>
                  <a:ext cx="382508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b="1" dirty="0" smtClean="0">
                      <a:solidFill>
                        <a:srgbClr val="FF0000"/>
                      </a:solidFill>
                    </a:rPr>
                    <a:t>하위 컴포넌트</a:t>
                  </a:r>
                  <a:r>
                    <a:rPr lang="ko-KR" altLang="en-US" dirty="0" smtClean="0"/>
                    <a:t>가 먼저 </a:t>
                  </a:r>
                  <a:r>
                    <a:rPr lang="ko-KR" altLang="en-US" dirty="0" err="1" smtClean="0"/>
                    <a:t>마운트</a:t>
                  </a:r>
                  <a:r>
                    <a:rPr lang="ko-KR" altLang="en-US" dirty="0" smtClean="0"/>
                    <a:t> 되고 </a:t>
                  </a:r>
                  <a:endParaRPr lang="en-US" altLang="ko-KR" dirty="0" smtClean="0"/>
                </a:p>
                <a:p>
                  <a:r>
                    <a:rPr lang="ko-KR" altLang="en-US" b="1" dirty="0" smtClean="0">
                      <a:solidFill>
                        <a:srgbClr val="00B050"/>
                      </a:solidFill>
                    </a:rPr>
                    <a:t>상위 컴포넌트</a:t>
                  </a:r>
                  <a:r>
                    <a:rPr lang="ko-KR" altLang="en-US" dirty="0" smtClean="0"/>
                    <a:t>가 </a:t>
                  </a:r>
                  <a:r>
                    <a:rPr lang="ko-KR" altLang="en-US" dirty="0" err="1" smtClean="0"/>
                    <a:t>마운트</a:t>
                  </a:r>
                  <a:r>
                    <a:rPr lang="ko-KR" altLang="en-US" dirty="0" smtClean="0"/>
                    <a:t> 됨</a:t>
                  </a:r>
                  <a:endParaRPr lang="ko-KR" altLang="en-US" dirty="0"/>
                </a:p>
              </p:txBody>
            </p:sp>
          </p:grpSp>
          <p:sp>
            <p:nvSpPr>
              <p:cNvPr id="14" name="직사각형 13"/>
              <p:cNvSpPr/>
              <p:nvPr/>
            </p:nvSpPr>
            <p:spPr>
              <a:xfrm>
                <a:off x="5048518" y="2209452"/>
                <a:ext cx="1867437" cy="1262130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618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1"/>
            <a:ext cx="10115870" cy="4971246"/>
            <a:chOff x="0" y="-1"/>
            <a:chExt cx="10115870" cy="4971246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8064809" cy="4971246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5048517" y="1389461"/>
              <a:ext cx="1867438" cy="9416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15955" y="1675602"/>
              <a:ext cx="3199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하위 컴포넌트</a:t>
              </a:r>
              <a:r>
                <a:rPr lang="ko-KR" altLang="en-US" dirty="0" smtClean="0"/>
                <a:t>만 업데이트 됨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685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0" y="0"/>
            <a:ext cx="11456365" cy="4893972"/>
            <a:chOff x="0" y="0"/>
            <a:chExt cx="11456365" cy="489397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146295" cy="4893972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138670" y="1389461"/>
              <a:ext cx="1867438" cy="581007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06108" y="1495298"/>
              <a:ext cx="3430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00B050"/>
                  </a:solidFill>
                </a:rPr>
                <a:t>상</a:t>
              </a:r>
              <a:r>
                <a:rPr lang="ko-KR" altLang="en-US" b="1" dirty="0" smtClean="0">
                  <a:solidFill>
                    <a:srgbClr val="00B050"/>
                  </a:solidFill>
                </a:rPr>
                <a:t>위 컴포넌트</a:t>
              </a:r>
              <a:r>
                <a:rPr lang="ko-KR" altLang="en-US" dirty="0" smtClean="0"/>
                <a:t>의 업데이트 시작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138670" y="2003129"/>
              <a:ext cx="1867438" cy="8946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06108" y="2262320"/>
              <a:ext cx="44502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하위 컴포넌트</a:t>
              </a:r>
              <a:r>
                <a:rPr lang="ko-KR" altLang="en-US" dirty="0" smtClean="0"/>
                <a:t>의 업데이트 시작 및 완료  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138670" y="2930407"/>
              <a:ext cx="1867438" cy="365029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06108" y="2930407"/>
              <a:ext cx="3430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00B050"/>
                  </a:solidFill>
                </a:rPr>
                <a:t>상</a:t>
              </a:r>
              <a:r>
                <a:rPr lang="ko-KR" altLang="en-US" b="1" dirty="0" smtClean="0">
                  <a:solidFill>
                    <a:srgbClr val="00B050"/>
                  </a:solidFill>
                </a:rPr>
                <a:t>위 컴포넌트</a:t>
              </a:r>
              <a:r>
                <a:rPr lang="ko-KR" altLang="en-US" dirty="0" smtClean="0"/>
                <a:t>의 업데이트 완료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776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0" y="-28915"/>
            <a:ext cx="11456365" cy="5000160"/>
            <a:chOff x="0" y="-28915"/>
            <a:chExt cx="11456365" cy="500016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28915"/>
              <a:ext cx="8203389" cy="5000160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5138670" y="1389461"/>
              <a:ext cx="6317695" cy="1910278"/>
              <a:chOff x="5138670" y="1389461"/>
              <a:chExt cx="6317695" cy="1910278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5138670" y="1389461"/>
                <a:ext cx="1867438" cy="58100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006108" y="1495298"/>
                <a:ext cx="4172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0B050"/>
                    </a:solidFill>
                  </a:rPr>
                  <a:t>상</a:t>
                </a:r>
                <a:r>
                  <a:rPr lang="ko-KR" altLang="en-US" b="1" dirty="0" smtClean="0">
                    <a:solidFill>
                      <a:srgbClr val="00B050"/>
                    </a:solidFill>
                  </a:rPr>
                  <a:t>위 컴포넌트</a:t>
                </a:r>
                <a:r>
                  <a:rPr lang="ko-KR" altLang="en-US" dirty="0" smtClean="0"/>
                  <a:t>의 업데이트 시작</a:t>
                </a:r>
                <a:endParaRPr lang="en-US" altLang="ko-KR" dirty="0" smtClean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5138670" y="2003129"/>
                <a:ext cx="1867438" cy="89461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7006108" y="2262320"/>
                <a:ext cx="44502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하위 컴포넌트</a:t>
                </a:r>
                <a:r>
                  <a:rPr lang="ko-KR" altLang="en-US" dirty="0" smtClean="0"/>
                  <a:t>의 업데이트 시작 및 완료  </a:t>
                </a:r>
                <a:endParaRPr lang="ko-KR" altLang="en-US" dirty="0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5138670" y="2930407"/>
                <a:ext cx="1867438" cy="365029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7006108" y="2930407"/>
                <a:ext cx="3430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b="1" dirty="0">
                    <a:solidFill>
                      <a:srgbClr val="00B050"/>
                    </a:solidFill>
                  </a:rPr>
                  <a:t>상</a:t>
                </a:r>
                <a:r>
                  <a:rPr lang="ko-KR" altLang="en-US" b="1" dirty="0" smtClean="0">
                    <a:solidFill>
                      <a:srgbClr val="00B050"/>
                    </a:solidFill>
                  </a:rPr>
                  <a:t>위 컴포넌트</a:t>
                </a:r>
                <a:r>
                  <a:rPr lang="ko-KR" altLang="en-US" dirty="0" smtClean="0"/>
                  <a:t>의 업데이트 완료</a:t>
                </a:r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565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99516" y="245771"/>
            <a:ext cx="2292440" cy="759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463898" y="4711521"/>
            <a:ext cx="2292440" cy="759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902558" y="2088523"/>
            <a:ext cx="2292440" cy="759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463898" y="3225085"/>
            <a:ext cx="2292440" cy="759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463898" y="2068132"/>
            <a:ext cx="2292440" cy="759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cxnSp>
        <p:nvCxnSpPr>
          <p:cNvPr id="29" name="직선 화살표 연결선 28"/>
          <p:cNvCxnSpPr>
            <a:stCxn id="4" idx="2"/>
            <a:endCxn id="6" idx="0"/>
          </p:cNvCxnSpPr>
          <p:nvPr/>
        </p:nvCxnSpPr>
        <p:spPr>
          <a:xfrm>
            <a:off x="4245736" y="1005624"/>
            <a:ext cx="1803042" cy="108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4" idx="2"/>
            <a:endCxn id="8" idx="0"/>
          </p:cNvCxnSpPr>
          <p:nvPr/>
        </p:nvCxnSpPr>
        <p:spPr>
          <a:xfrm flipH="1">
            <a:off x="2610118" y="1005624"/>
            <a:ext cx="1635618" cy="106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8" idx="2"/>
            <a:endCxn id="7" idx="0"/>
          </p:cNvCxnSpPr>
          <p:nvPr/>
        </p:nvCxnSpPr>
        <p:spPr>
          <a:xfrm>
            <a:off x="2610118" y="2827985"/>
            <a:ext cx="0" cy="39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7" idx="2"/>
            <a:endCxn id="5" idx="0"/>
          </p:cNvCxnSpPr>
          <p:nvPr/>
        </p:nvCxnSpPr>
        <p:spPr>
          <a:xfrm>
            <a:off x="2610118" y="3984938"/>
            <a:ext cx="0" cy="72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71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4397</TotalTime>
  <Words>185</Words>
  <Application>Microsoft Office PowerPoint</Application>
  <PresentationFormat>와이드스크린</PresentationFormat>
  <Paragraphs>108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Sinjae</dc:creator>
  <cp:lastModifiedBy>Kim Sinjae</cp:lastModifiedBy>
  <cp:revision>42</cp:revision>
  <dcterms:created xsi:type="dcterms:W3CDTF">2019-12-11T04:24:46Z</dcterms:created>
  <dcterms:modified xsi:type="dcterms:W3CDTF">2020-05-11T09:47:03Z</dcterms:modified>
</cp:coreProperties>
</file>